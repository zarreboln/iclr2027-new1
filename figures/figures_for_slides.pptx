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493942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60899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2785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48129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61769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28726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95683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2640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3438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76625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18870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6619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1153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5687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40221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44755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49289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53823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58357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62891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67425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7" name="Oval 1006"/>
          <p:cNvSpPr/>
          <p:nvPr/>
        </p:nvSpPr>
        <p:spPr>
          <a:xfrm>
            <a:off x="5411429" y="3225421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5933552" y="3747543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3348990" y="4411740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3847910" y="4910660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4641181" y="4322523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5140101" y="482144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136273" y="3870335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6228262" y="3962323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5280963" y="4091265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5366801" y="4177103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4070364" y="4686406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142620" y="4758662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3578404" y="4785246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621210" y="4828052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255985" y="4425077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298791" y="4467883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4462535" y="4553945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4505341" y="4596751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890746" y="4111167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5933552" y="4153973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5460016" y="4418468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502821" y="4461274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6253466" y="4236731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6296272" y="4279537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5958756" y="4454816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6001562" y="4497621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514959" y="4748275"/>
            <a:ext cx="71688" cy="71688"/>
          </a:xfrm>
          <a:prstGeom prst="ellipse">
            <a:avLst/>
          </a:prstGeom>
          <a:solidFill>
            <a:srgbClr val="F3C9A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1535259" y="4768575"/>
            <a:ext cx="31089" cy="31089"/>
          </a:xfrm>
          <a:prstGeom prst="ellipse">
            <a:avLst/>
          </a:prstGeom>
          <a:solidFill>
            <a:srgbClr val="C47A1E"/>
          </a:solidFill>
          <a:ln w="3175">
            <a:solidFill>
              <a:srgbClr val="C4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3396880" y="4923403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3417180" y="4943703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1131387" y="3970782"/>
            <a:ext cx="86868" cy="86868"/>
          </a:xfrm>
          <a:prstGeom prst="diamond">
            <a:avLst/>
          </a:prstGeom>
          <a:solidFill>
            <a:srgbClr val="DDE0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2136824" y="3832001"/>
            <a:ext cx="86868" cy="86868"/>
          </a:xfrm>
          <a:prstGeom prst="diamond">
            <a:avLst/>
          </a:prstGeom>
          <a:solidFill>
            <a:srgbClr val="F3CFE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Diamond 1038"/>
          <p:cNvSpPr/>
          <p:nvPr/>
        </p:nvSpPr>
        <p:spPr>
          <a:xfrm>
            <a:off x="2822540" y="3022445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Diamond 1039"/>
          <p:cNvSpPr/>
          <p:nvPr/>
        </p:nvSpPr>
        <p:spPr>
          <a:xfrm>
            <a:off x="5406922" y="2920011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Diamond 1040"/>
          <p:cNvSpPr/>
          <p:nvPr/>
        </p:nvSpPr>
        <p:spPr>
          <a:xfrm>
            <a:off x="4613472" y="3055488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5-Point Star 1041"/>
          <p:cNvSpPr/>
          <p:nvPr/>
        </p:nvSpPr>
        <p:spPr>
          <a:xfrm>
            <a:off x="6299817" y="262569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3" name="Connector 1042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7" name="Rectangle 1046"/>
          <p:cNvSpPr/>
          <p:nvPr/>
        </p:nvSpPr>
        <p:spPr>
          <a:xfrm>
            <a:off x="2377988" y="2514600"/>
            <a:ext cx="82296" cy="2999232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8" name="Connector 1047"/>
          <p:cNvCxnSpPr/>
          <p:nvPr/>
        </p:nvCxnSpPr>
        <p:spPr>
          <a:xfrm flipV="1">
            <a:off x="2355128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437424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355128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437424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52" name="TextBox 1051"/>
          <p:cNvSpPr txBox="1"/>
          <p:nvPr/>
        </p:nvSpPr>
        <p:spPr>
          <a:xfrm>
            <a:off x="621792" y="485712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621792" y="452669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621792" y="41962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621792" y="3865833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21792" y="353540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21792" y="320497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621792" y="287454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621792" y="254411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10420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146450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188695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3601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8135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32669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7203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1737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6271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0805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5339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9873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64407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4946096" y="4933000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3878773" y="4541429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688747" y="3028825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3606280" y="4215144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6406204" y="3907002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4727624" y="4121782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3862890" y="5008311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3408155" y="4588650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4508971" y="4412561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5445605" y="3914571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5300879" y="4590033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25031" y="4224216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5785332" y="4626381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1273119" y="394335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046908" y="3635405"/>
            <a:ext cx="2849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176B"/>
                </a:solidFill>
                <a:latin typeface="Comic Sans MS"/>
              </a:rPr>
              <a:t>GeM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2964272" y="2995013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4424958" y="2892579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4275906" y="3197220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1641512" y="4713254"/>
            <a:ext cx="5929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7A1E"/>
                </a:solidFill>
                <a:latin typeface="Comic Sans MS"/>
              </a:rPr>
              <a:t>NetVLAD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3005466" y="4888382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5394561" y="258683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96" name="5-Point Star 1095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98" name="Diamond 1097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100" name="Oval 1099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102" name="Oval 1101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104" name="Oval 1103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20" name="Picture 1119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1" name="Picture 1120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2" name="Picture 1121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23" name="Oval 1122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TextBox 1128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51" name="Connector 1150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2" name="TextBox 1151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53" name="Connector 1152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4" name="TextBox 1153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55" name="Connector 1154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6" name="TextBox 1155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